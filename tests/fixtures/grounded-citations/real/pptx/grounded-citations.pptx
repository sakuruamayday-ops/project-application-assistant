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202f44bcdd46e9" /><Relationship Type="http://schemas.openxmlformats.org/officeDocument/2006/relationships/extended-properties" Target="/docProps/app.xml" Id="R1b14e2125a984a53" /><Relationship Type="http://schemas.openxmlformats.org/officeDocument/2006/relationships/officeDocument" Target="/ppt/presentation.xml" Id="R991f135e5fe345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f80f892300486c"/>
  </p:sldMasterIdLst>
  <p:notesMasterIdLst>
    <p:notesMasterId xmlns:r="http://schemas.openxmlformats.org/officeDocument/2006/relationships" r:id="R14a10c2ea33c40ee"/>
  </p:notesMasterIdLst>
  <p:sldIdLst>
    <p:sldId xmlns:r="http://schemas.openxmlformats.org/officeDocument/2006/relationships" id="256" r:id="R5b7966ef9e8d46eb"/>
    <p:sldId xmlns:r="http://schemas.openxmlformats.org/officeDocument/2006/relationships" id="257" r:id="Rc1b6de36b3c84258"/>
    <p:sldId xmlns:r="http://schemas.openxmlformats.org/officeDocument/2006/relationships" id="258" r:id="R5b8ffc646cdd47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cea1bb7cc344d7" /><Relationship Type="http://schemas.openxmlformats.org/officeDocument/2006/relationships/slideMaster" Target="/ppt/slideMasters/slideMaster1.xml" Id="R10f80f892300486c" /><Relationship Type="http://schemas.openxmlformats.org/officeDocument/2006/relationships/notesMaster" Target="/ppt/notesMasters/notesMaster1.xml" Id="R14a10c2ea33c40ee" /><Relationship Type="http://schemas.openxmlformats.org/officeDocument/2006/relationships/presProps" Target="/ppt/presProps.xml" Id="R5871db8e6a564504" /><Relationship Type="http://schemas.openxmlformats.org/officeDocument/2006/relationships/tableStyles" Target="/ppt/tableStyles.xml" Id="R5c2427aaba314069" /><Relationship Type="http://schemas.openxmlformats.org/officeDocument/2006/relationships/slide" Target="/ppt/slides/slide1.xml" Id="R5b7966ef9e8d46eb" /><Relationship Type="http://schemas.openxmlformats.org/officeDocument/2006/relationships/slide" Target="/ppt/slides/slide2.xml" Id="Rc1b6de36b3c84258" /><Relationship Type="http://schemas.openxmlformats.org/officeDocument/2006/relationships/slide" Target="/ppt/slides/slide3.xml" Id="R5b8ffc646cdd47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8cde37817d4b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7bde47524d472a" /><Relationship Type="http://schemas.openxmlformats.org/officeDocument/2006/relationships/notesMaster" Target="/ppt/notesMasters/notesMaster1.xml" Id="R54411405cc5149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5f1907a0f8426c" /><Relationship Type="http://schemas.openxmlformats.org/officeDocument/2006/relationships/notesMaster" Target="/ppt/notesMasters/notesMaster1.xml" Id="Raf0a2dab31244f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d997be22464217" /><Relationship Type="http://schemas.openxmlformats.org/officeDocument/2006/relationships/notesMaster" Target="/ppt/notesMasters/notesMaster1.xml" Id="Raba7fddb62bf48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7ce27c12741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f49fc72dc84284" /><Relationship Type="http://schemas.openxmlformats.org/officeDocument/2006/relationships/slideLayout" Target="/ppt/slideLayouts/slideLayout1.xml" Id="R59c42b527ac74e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c42b527ac74e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1b0315ed04d3b" /><Relationship Type="http://schemas.openxmlformats.org/officeDocument/2006/relationships/notesSlide" Target="/ppt/notesSlides/notesSlide1.xml" Id="R367f5369f3644a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942c4b3f740f7" /><Relationship Type="http://schemas.openxmlformats.org/officeDocument/2006/relationships/notesSlide" Target="/ppt/notesSlides/notesSlide2.xml" Id="Re59d98e0d51e48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0fdbdb1994fb6" /><Relationship Type="http://schemas.openxmlformats.org/officeDocument/2006/relationships/notesSlide" Target="/ppt/notesSlides/notesSlide3.xml" Id="Rcee98e5a1cd54f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82494EE1-5927-4703-9A76-6CF75EA5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GROUNDED CITATIONS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6C38B7-9FE4-44E6-912F-FFF10398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81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每项结论都能回到来源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45AC53D-0536-48D3-80FE-188BCE4B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5563"/>
                </a:solidFill>
              </a:defRPr>
            </a:pPr>
            <a:r>
              <a:rPr sz="1800">
                <a:solidFill>
                  <a:srgbClr val="4B5563"/>
                </a:solidFill>
              </a:rPr>
              <a:t>PPT 正文保留轻量编号，完整来源集中在最后一页</a:t>
            </a:r>
          </a:p>
        </p:txBody>
      </p:sp>
      <p:sp>
        <p:nvSpPr>
          <p:cNvPr id="4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13008355-B00E-4EB9-A948-4768633B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1">
            <a:extLst xmlns:a="http://schemas.openxmlformats.org/drawingml/2006/main">
              <a:ext uri="{FF2B5EF4-FFF2-40B4-BE49-F238E27FC236}">
                <a16:creationId xmlns:a16="http://schemas.microsoft.com/office/drawing/2014/main" id="{004AB16D-53A9-4221-9CE8-E8858E64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16829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80BFD29-5873-4684-9754-9875823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现有资料允许进入市场说明编制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5BF6362-DA41-4735-ADC6-CE581D01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结论不等于市场占有率已经核验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320804F-FD1B-4DAB-B3D1-3598893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6572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申报通知要求提交主导产品市场说明，企业已形成分产品销售底稿。[1][2]</a:t>
            </a:r>
          </a:p>
        </p:txBody>
      </p:sp>
      <p:sp>
        <p:nvSpPr>
          <p:cNvPr id="4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53581463-7683-4B71-83F5-35158DA2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00200"/>
            <a:ext cx="37147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anel-heading">
            <a:extLst xmlns:a="http://schemas.openxmlformats.org/drawingml/2006/main">
              <a:ext uri="{FF2B5EF4-FFF2-40B4-BE49-F238E27FC236}">
                <a16:creationId xmlns:a16="http://schemas.microsoft.com/office/drawing/2014/main" id="{0F5929B0-C9EE-4877-8B7D-BE4BEF4A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自动校验</a:t>
            </a:r>
          </a:p>
        </p:txBody>
      </p:sp>
      <p:sp>
        <p:nvSpPr>
          <p:cNvPr id="6" name="panel-body">
            <a:extLst xmlns:a="http://schemas.openxmlformats.org/drawingml/2006/main">
              <a:ext uri="{FF2B5EF4-FFF2-40B4-BE49-F238E27FC236}">
                <a16:creationId xmlns:a16="http://schemas.microsoft.com/office/drawing/2014/main" id="{1B1AAE5C-C271-4FE2-BE8A-5AF854ED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✓ 主张到来源映射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✓ 知识库仅显示文件名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✓ 完整来源位于末页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4EC9CE3B-E125-4506-84AB-9E9ACFF0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28125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3B3C739-5F39-49A1-AEE2-918F6DA4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数据来源</a:t>
            </a:r>
          </a:p>
        </p:txBody>
      </p:sp>
      <p:sp>
        <p:nvSpPr>
          <p:cNvPr id="2" name="source-1-number">
            <a:extLst xmlns:a="http://schemas.openxmlformats.org/drawingml/2006/main">
              <a:ext uri="{FF2B5EF4-FFF2-40B4-BE49-F238E27FC236}">
                <a16:creationId xmlns:a16="http://schemas.microsoft.com/office/drawing/2014/main" id="{4E5AAD20-2D46-4E05-92AB-2D722697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3" name="source-1">
            <a:extLst xmlns:a="http://schemas.openxmlformats.org/drawingml/2006/main">
              <a:ext uri="{FF2B5EF4-FFF2-40B4-BE49-F238E27FC236}">
                <a16:creationId xmlns:a16="http://schemas.microsoft.com/office/drawing/2014/main" id="{11C68654-E1A4-4D8D-AFA2-EC2D2482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示例主管部门《现行项目申报通知》</a:t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https://example.gov.cn/policy/current</a:t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检索日期 2026-08-05</a:t>
            </a:r>
          </a:p>
        </p:txBody>
      </p:sp>
      <p:sp>
        <p:nvSpPr>
          <p:cNvPr id="4" name="rule-1">
            <a:extLst xmlns:a="http://schemas.openxmlformats.org/drawingml/2006/main">
              <a:ext uri="{FF2B5EF4-FFF2-40B4-BE49-F238E27FC236}">
                <a16:creationId xmlns:a16="http://schemas.microsoft.com/office/drawing/2014/main" id="{CBA70FB8-707F-4109-9CDB-784C3294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2-number">
            <a:extLst xmlns:a="http://schemas.openxmlformats.org/drawingml/2006/main">
              <a:ext uri="{FF2B5EF4-FFF2-40B4-BE49-F238E27FC236}">
                <a16:creationId xmlns:a16="http://schemas.microsoft.com/office/drawing/2014/main" id="{9078E6A4-4C1F-4D47-8D93-EBEB1265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source-2">
            <a:extLst xmlns:a="http://schemas.openxmlformats.org/drawingml/2006/main">
              <a:ext uri="{FF2B5EF4-FFF2-40B4-BE49-F238E27FC236}">
                <a16:creationId xmlns:a16="http://schemas.microsoft.com/office/drawing/2014/main" id="{6AE243A8-BB54-431E-A649-55158B7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企业产品销售底稿.xlsx</a:t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知识库来源仅显示文件名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7814FD99-5C41-44E9-AF6A-28982999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62655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2026-08-06T07:38:00.5000000Z</dcterms:created>
  <dcterms:modified xsi:type="dcterms:W3CDTF">2026-08-06T07:38:00.5000000Z</dcterms:modified>
</coreProperties>
</file>